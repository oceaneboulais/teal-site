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45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7410-7A98-96DE-F898-2B1704E3C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EA4A1-F7A4-9087-FB81-39EB595E9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95AF1-22F1-63FC-DEDD-FCD4896A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AF9A-ACB3-26BB-D5A0-77489C77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0BDCB-DD8E-2975-9ADA-C3517362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146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65D3-3385-3226-912D-60FB6FC3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0360-9A1F-07D6-95AD-3582EEF3A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C0721-D462-EEC1-B5EE-1DDA135F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F6830-61CD-A957-1237-C1DD8045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02BCA-B579-7002-D090-E7C41DB0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7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0360-9A1F-07D6-95AD-3582EEF3A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" y="136525"/>
            <a:ext cx="12092609" cy="6584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025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9478-3FD6-0C8C-AFC8-8528C720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873AF-1971-B3BD-17D3-65FD40A0C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E7BF9-BAB6-6C36-1063-3ACC1892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AC0FA-6FC3-972F-20F2-225B067C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590D5-2EF1-4CE2-6DE4-AA1080E3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98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03FA-DF95-F555-5532-5ACD8AE5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2735-0D1F-BE6F-46E3-6D134D225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295D4-99A5-1B82-AFB0-09601D5C4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3EA0B-4572-E93C-745E-6E6A01D3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A5C71-EB99-1478-1E24-E384DE50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92830-A149-5B28-09D2-CF6F7090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4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0285-1A1A-2A1F-FC8E-6F120083B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D03B-9B48-2E26-513E-C4A80CB95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BB982-1131-7F7A-36DC-1B6BC949A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8DD67-045D-52AF-A951-3A8297598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EDCD0-357D-2582-C540-CA2F0EE31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36684-4C39-496D-77B5-F45CC26A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9C685-28EF-BDEB-5E3B-48EA0CE1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530503-72B5-D36C-E2B8-28B68630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68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1D48-AA10-164E-4E80-CEF059D4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FD5CF-50DD-6CDC-F3CD-634C6193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63433-7531-EAE7-5B65-8DCB1277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EA669-0131-6D57-6099-151B349D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9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D4491-C3F8-D877-4997-FEB022A9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4B3DC-4353-3E54-1A4F-329F4F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F5E48-47C9-DBB7-A1EB-03029E76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05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85AB-6DD8-70EC-DC53-48340CCD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D991-162C-DC5A-2693-AC4E0BA92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98133-8160-634B-9214-7A5BDF0D5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5691C-C976-CF7B-417D-CF7CB179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48E48-BC0B-30AC-A6FE-825A2853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1777E-14D9-BE23-D04C-36D14318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10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6D07-89C6-21D4-8DA0-C2005455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607ECC-F6E5-5F4D-3F30-FAEEB51E3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68097-BF3B-12B2-D365-59487550C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2D795-323E-F3BF-40BD-8B5BD024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868A4-9857-C061-7A02-9AF76F5B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7664C-432D-A990-1814-D7A81CAF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8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A06F-AC0F-2C1D-98C8-C0CC32B8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FEB18-01BE-925D-1F3C-EF2C02E1B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79F26-E3E8-5773-619E-8DEDAC920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0D5D6-0D21-3E09-17D2-894C457FD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FC475-AD9F-FE51-F9EB-34F6E079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98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DC01DB-5EFC-57AA-6AAE-9029E0751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D84A-CCC2-C0E4-7488-1D81FDB22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91097-0C7C-A879-A07A-A505070A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4212-7B20-6075-2544-4A9BBB95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374DD-657C-0260-4423-60240123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00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CB616-55BE-A3F6-6643-5A3059C5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2A068-5CC6-C2E5-8E55-56B08DC32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014E6-9865-6ADC-ED16-B72A90F03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8/18/23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D530-0C33-DE44-C559-85031AEAC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3F259-B492-91EA-27C3-27135860A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79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00F37AC-7DA9-5649-BFB8-37171235C111}" vid="{178E4058-3611-8241-96A9-7B97843C01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Theme1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Slonevskiy</dc:creator>
  <cp:lastModifiedBy>Alison Laferriere</cp:lastModifiedBy>
  <cp:revision>3</cp:revision>
  <dcterms:created xsi:type="dcterms:W3CDTF">2015-07-04T01:06:26Z</dcterms:created>
  <dcterms:modified xsi:type="dcterms:W3CDTF">2023-08-18T14:29:39Z</dcterms:modified>
</cp:coreProperties>
</file>